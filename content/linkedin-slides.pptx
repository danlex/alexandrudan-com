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3716000" cy="1714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3047923" rtl="0" fontAlgn="auto" latinLnBrk="0" hangingPunct="0">
      <a:lnSpc>
        <a:spcPct val="90000"/>
      </a:lnSpc>
      <a:spcBef>
        <a:spcPts val="560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054100" y="12353188"/>
            <a:ext cx="11607801" cy="461060"/>
          </a:xfrm>
          <a:prstGeom prst="rect">
            <a:avLst/>
          </a:prstGeom>
        </p:spPr>
        <p:txBody>
          <a:bodyPr anchor="b"/>
          <a:lstStyle>
            <a:lvl1pPr defTabSz="557212">
              <a:defRPr sz="2268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21167" y="2779806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054100" y="8877300"/>
            <a:ext cx="11607800" cy="3302000"/>
          </a:xfrm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054100" y="12128500"/>
            <a:ext cx="11607800" cy="689769"/>
          </a:xfrm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054100" y="4267200"/>
            <a:ext cx="11607801" cy="461059"/>
          </a:xfrm>
          <a:prstGeom prst="rect">
            <a:avLst/>
          </a:prstGeom>
        </p:spPr>
        <p:txBody>
          <a:bodyPr/>
          <a:lstStyle>
            <a:lvl1pPr defTabSz="557212">
              <a:defRPr sz="2268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656171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 "/>
          <p:cNvSpPr/>
          <p:nvPr>
            <p:ph type="pic" sz="half" idx="21"/>
          </p:nvPr>
        </p:nvSpPr>
        <p:spPr>
          <a:xfrm>
            <a:off x="5674729" y="41909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054100" y="8699500"/>
            <a:ext cx="5105400" cy="4044566"/>
          </a:xfrm>
          <a:prstGeom prst="rect">
            <a:avLst/>
          </a:prstGeom>
        </p:spPr>
        <p:txBody>
          <a:bodyPr/>
          <a:lstStyle/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1054100" y="4388234"/>
            <a:ext cx="5105400" cy="4387466"/>
          </a:xfrm>
          <a:prstGeom prst="rect">
            <a:avLst/>
          </a:prstGeom>
        </p:spPr>
        <p:txBody>
          <a:bodyPr/>
          <a:lstStyle>
            <a:lvl1pPr>
              <a:defRPr spc="-208" sz="10400"/>
            </a:lvl1pPr>
          </a:lstStyle>
          <a:p>
            <a:pPr/>
            <a:r>
              <a:t>Slide Title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sz="half" idx="1" hasCustomPrompt="1"/>
          </p:nvPr>
        </p:nvSpPr>
        <p:spPr>
          <a:xfrm>
            <a:off x="1054100" y="6654800"/>
            <a:ext cx="11607800" cy="6096000"/>
          </a:xfrm>
          <a:prstGeom prst="rect">
            <a:avLst/>
          </a:prstGeom>
        </p:spPr>
        <p:txBody>
          <a:bodyPr/>
          <a:lstStyle>
            <a:lvl1pPr marL="660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1pPr>
            <a:lvl2pPr marL="1041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2pPr>
            <a:lvl3pPr marL="1422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3pPr>
            <a:lvl4pPr marL="1803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4pPr>
            <a:lvl5pPr marL="2184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054100" y="5108677"/>
            <a:ext cx="11607801" cy="671803"/>
          </a:xfrm>
          <a:prstGeom prst="rect">
            <a:avLst/>
          </a:prstGeom>
        </p:spPr>
        <p:txBody>
          <a:bodyPr/>
          <a:lstStyle>
            <a:lvl1pPr defTabSz="598487">
              <a:defRPr sz="3828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xfrm>
            <a:off x="1054100" y="4135966"/>
            <a:ext cx="11607800" cy="1016001"/>
          </a:xfrm>
          <a:prstGeom prst="rect">
            <a:avLst/>
          </a:prstGeom>
        </p:spPr>
        <p:txBody>
          <a:bodyPr anchor="t"/>
          <a:lstStyle>
            <a:lvl1pPr>
              <a:defRPr spc="-208" sz="10400"/>
            </a:lvl1pPr>
          </a:lstStyle>
          <a:p>
            <a:pPr/>
            <a:r>
              <a:t>Slide 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sz="half" idx="1" hasCustomPrompt="1"/>
          </p:nvPr>
        </p:nvSpPr>
        <p:spPr>
          <a:xfrm>
            <a:off x="1054100" y="6654800"/>
            <a:ext cx="11607800" cy="6096000"/>
          </a:xfrm>
          <a:prstGeom prst="rect">
            <a:avLst/>
          </a:prstGeom>
        </p:spPr>
        <p:txBody>
          <a:bodyPr numCol="2" spcCol="589358"/>
          <a:lstStyle>
            <a:lvl1pPr marL="660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1pPr>
            <a:lvl2pPr marL="1041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2pPr>
            <a:lvl3pPr marL="1422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3pPr>
            <a:lvl4pPr marL="1803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4pPr>
            <a:lvl5pPr marL="2184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 and shaved parmesan cheese"/>
          <p:cNvSpPr/>
          <p:nvPr>
            <p:ph type="pic" sz="half" idx="21"/>
          </p:nvPr>
        </p:nvSpPr>
        <p:spPr>
          <a:xfrm>
            <a:off x="6527800" y="42926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054100" y="4140200"/>
            <a:ext cx="5105400" cy="1016000"/>
          </a:xfrm>
          <a:prstGeom prst="rect">
            <a:avLst/>
          </a:prstGeom>
        </p:spPr>
        <p:txBody>
          <a:bodyPr anchor="t"/>
          <a:lstStyle>
            <a:lvl1pPr>
              <a:defRPr spc="-208" sz="10400"/>
            </a:lvl1pPr>
          </a:lstStyle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054100" y="5108677"/>
            <a:ext cx="5105400" cy="671803"/>
          </a:xfrm>
          <a:prstGeom prst="rect">
            <a:avLst/>
          </a:prstGeom>
        </p:spPr>
        <p:txBody>
          <a:bodyPr/>
          <a:lstStyle>
            <a:lvl1pPr defTabSz="598487">
              <a:defRPr sz="3828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quarter" idx="1" hasCustomPrompt="1"/>
          </p:nvPr>
        </p:nvSpPr>
        <p:spPr>
          <a:xfrm>
            <a:off x="1054100" y="7175896"/>
            <a:ext cx="5105400" cy="5593161"/>
          </a:xfrm>
          <a:prstGeom prst="rect">
            <a:avLst/>
          </a:prstGeom>
        </p:spPr>
        <p:txBody>
          <a:bodyPr/>
          <a:lstStyle>
            <a:lvl1pPr marL="660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1pPr>
            <a:lvl2pPr marL="1041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2pPr>
            <a:lvl3pPr marL="1422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3pPr>
            <a:lvl4pPr marL="1803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4pPr>
            <a:lvl5pPr marL="2184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054100" y="4140200"/>
            <a:ext cx="5105400" cy="1016000"/>
          </a:xfrm>
          <a:prstGeom prst="rect">
            <a:avLst/>
          </a:prstGeom>
        </p:spPr>
        <p:txBody>
          <a:bodyPr anchor="t"/>
          <a:lstStyle>
            <a:lvl1pPr>
              <a:defRPr spc="-208" sz="10400"/>
            </a:lvl1pPr>
          </a:lstStyle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054100" y="5108677"/>
            <a:ext cx="5105400" cy="671803"/>
          </a:xfrm>
          <a:prstGeom prst="rect">
            <a:avLst/>
          </a:prstGeom>
        </p:spPr>
        <p:txBody>
          <a:bodyPr/>
          <a:lstStyle>
            <a:lvl1pPr defTabSz="598487">
              <a:defRPr sz="3828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quarter" idx="1" hasCustomPrompt="1"/>
          </p:nvPr>
        </p:nvSpPr>
        <p:spPr>
          <a:xfrm>
            <a:off x="1054100" y="7175896"/>
            <a:ext cx="5105400" cy="5593161"/>
          </a:xfrm>
          <a:prstGeom prst="rect">
            <a:avLst/>
          </a:prstGeom>
        </p:spPr>
        <p:txBody>
          <a:bodyPr/>
          <a:lstStyle>
            <a:lvl1pPr marL="660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1pPr>
            <a:lvl2pPr marL="1041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2pPr>
            <a:lvl3pPr marL="1422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3pPr>
            <a:lvl4pPr marL="1803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4pPr>
            <a:lvl5pPr marL="2184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054100" y="4140200"/>
            <a:ext cx="5105400" cy="1016000"/>
          </a:xfrm>
          <a:prstGeom prst="rect">
            <a:avLst/>
          </a:prstGeom>
        </p:spPr>
        <p:txBody>
          <a:bodyPr anchor="t"/>
          <a:lstStyle>
            <a:lvl1pPr>
              <a:defRPr spc="-208" sz="10400"/>
            </a:lvl1pPr>
          </a:lstStyle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054100" y="5108677"/>
            <a:ext cx="5105400" cy="671803"/>
          </a:xfrm>
          <a:prstGeom prst="rect">
            <a:avLst/>
          </a:prstGeom>
        </p:spPr>
        <p:txBody>
          <a:bodyPr/>
          <a:lstStyle>
            <a:lvl1pPr defTabSz="598487">
              <a:defRPr sz="3828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1054100" y="7175896"/>
            <a:ext cx="5105400" cy="5593161"/>
          </a:xfrm>
          <a:prstGeom prst="rect">
            <a:avLst/>
          </a:prstGeom>
        </p:spPr>
        <p:txBody>
          <a:bodyPr/>
          <a:lstStyle>
            <a:lvl1pPr marL="660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1pPr>
            <a:lvl2pPr marL="1041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2pPr>
            <a:lvl3pPr marL="1422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3pPr>
            <a:lvl4pPr marL="1803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4pPr>
            <a:lvl5pPr marL="2184400" indent="-660400" defTabSz="3047923">
              <a:lnSpc>
                <a:spcPct val="90000"/>
              </a:lnSpc>
              <a:spcBef>
                <a:spcPts val="5600"/>
              </a:spcBef>
              <a:buSzPct val="123000"/>
              <a:buChar char="•"/>
              <a:defRPr b="0" sz="52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054100" y="69215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054100" y="4135966"/>
            <a:ext cx="11607800" cy="1016001"/>
          </a:xfrm>
          <a:prstGeom prst="rect">
            <a:avLst/>
          </a:prstGeom>
        </p:spPr>
        <p:txBody>
          <a:bodyPr anchor="t"/>
          <a:lstStyle>
            <a:lvl1pPr>
              <a:defRPr spc="-208" sz="10400"/>
            </a:lvl1pPr>
          </a:lstStyle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054100" y="5108677"/>
            <a:ext cx="11607801" cy="671803"/>
          </a:xfrm>
          <a:prstGeom prst="rect">
            <a:avLst/>
          </a:prstGeom>
        </p:spPr>
        <p:txBody>
          <a:bodyPr/>
          <a:lstStyle>
            <a:lvl1pPr defTabSz="598487">
              <a:defRPr sz="3828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054100" y="4140200"/>
            <a:ext cx="11607800" cy="1016000"/>
          </a:xfrm>
          <a:prstGeom prst="rect">
            <a:avLst/>
          </a:prstGeom>
        </p:spPr>
        <p:txBody>
          <a:bodyPr anchor="t"/>
          <a:lstStyle>
            <a:lvl1pPr>
              <a:defRPr spc="-208" sz="10400"/>
            </a:lvl1pPr>
          </a:lstStyle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054100" y="5105400"/>
            <a:ext cx="11607801" cy="671802"/>
          </a:xfrm>
          <a:prstGeom prst="rect">
            <a:avLst/>
          </a:prstGeom>
        </p:spPr>
        <p:txBody>
          <a:bodyPr/>
          <a:lstStyle>
            <a:lvl1pPr defTabSz="598487">
              <a:defRPr sz="3828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sz="half" idx="1" hasCustomPrompt="1"/>
          </p:nvPr>
        </p:nvSpPr>
        <p:spPr>
          <a:xfrm>
            <a:off x="1054100" y="6654800"/>
            <a:ext cx="11607800" cy="6096000"/>
          </a:xfrm>
          <a:prstGeom prst="rect">
            <a:avLst/>
          </a:prstGeom>
        </p:spPr>
        <p:txBody>
          <a:bodyPr/>
          <a:lstStyle>
            <a:lvl1pPr defTabSz="3047923">
              <a:lnSpc>
                <a:spcPct val="90000"/>
              </a:lnSpc>
              <a:spcBef>
                <a:spcPts val="2200"/>
              </a:spcBef>
              <a:defRPr b="0" spc="-66"/>
            </a:lvl1pPr>
            <a:lvl2pPr defTabSz="3047923">
              <a:lnSpc>
                <a:spcPct val="90000"/>
              </a:lnSpc>
              <a:spcBef>
                <a:spcPts val="2200"/>
              </a:spcBef>
              <a:defRPr b="0" spc="-66"/>
            </a:lvl2pPr>
            <a:lvl3pPr defTabSz="3047923">
              <a:lnSpc>
                <a:spcPct val="90000"/>
              </a:lnSpc>
              <a:spcBef>
                <a:spcPts val="2200"/>
              </a:spcBef>
              <a:defRPr b="0" spc="-66"/>
            </a:lvl3pPr>
            <a:lvl4pPr defTabSz="3047923">
              <a:lnSpc>
                <a:spcPct val="90000"/>
              </a:lnSpc>
              <a:spcBef>
                <a:spcPts val="2200"/>
              </a:spcBef>
              <a:defRPr b="0" spc="-66"/>
            </a:lvl4pPr>
            <a:lvl5pPr defTabSz="3047923">
              <a:lnSpc>
                <a:spcPct val="90000"/>
              </a:lnSpc>
              <a:spcBef>
                <a:spcPts val="2200"/>
              </a:spcBef>
              <a:defRPr b="0" spc="-66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quarter" idx="1" hasCustomPrompt="1"/>
          </p:nvPr>
        </p:nvSpPr>
        <p:spPr>
          <a:xfrm>
            <a:off x="1054100" y="7264400"/>
            <a:ext cx="11607800" cy="2617788"/>
          </a:xfrm>
          <a:prstGeom prst="rect">
            <a:avLst/>
          </a:prstGeom>
        </p:spPr>
        <p:txBody>
          <a:bodyPr anchor="ctr"/>
          <a:lstStyle>
            <a:lvl1pPr algn="ctr" defTabSz="3047923">
              <a:lnSpc>
                <a:spcPct val="80000"/>
              </a:lnSpc>
              <a:defRPr b="0" spc="-288" sz="14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3047923">
              <a:lnSpc>
                <a:spcPct val="80000"/>
              </a:lnSpc>
              <a:defRPr b="0" spc="-288" sz="14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3047923">
              <a:lnSpc>
                <a:spcPct val="80000"/>
              </a:lnSpc>
              <a:defRPr b="0" spc="-288" sz="14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3047923">
              <a:lnSpc>
                <a:spcPct val="80000"/>
              </a:lnSpc>
              <a:defRPr b="0" spc="-288" sz="14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3047923">
              <a:lnSpc>
                <a:spcPct val="80000"/>
              </a:lnSpc>
              <a:defRPr b="0" spc="-288" sz="14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054100" y="9905679"/>
            <a:ext cx="11607800" cy="671803"/>
          </a:xfrm>
          <a:prstGeom prst="rect">
            <a:avLst/>
          </a:prstGeom>
        </p:spPr>
        <p:txBody>
          <a:bodyPr/>
          <a:lstStyle>
            <a:lvl1pPr algn="ctr" defTabSz="1767795">
              <a:defRPr sz="3828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054100" y="4694766"/>
            <a:ext cx="11607800" cy="5210914"/>
          </a:xfrm>
          <a:prstGeom prst="rect">
            <a:avLst/>
          </a:prstGeom>
        </p:spPr>
        <p:txBody>
          <a:bodyPr anchor="b"/>
          <a:lstStyle>
            <a:lvl1pPr algn="ctr" defTabSz="3047923">
              <a:lnSpc>
                <a:spcPct val="80000"/>
              </a:lnSpc>
              <a:defRPr spc="-308" sz="30800"/>
            </a:lvl1pPr>
            <a:lvl2pPr algn="ctr" defTabSz="3047923">
              <a:lnSpc>
                <a:spcPct val="80000"/>
              </a:lnSpc>
              <a:defRPr spc="-308" sz="30800"/>
            </a:lvl2pPr>
            <a:lvl3pPr algn="ctr" defTabSz="3047923">
              <a:lnSpc>
                <a:spcPct val="80000"/>
              </a:lnSpc>
              <a:defRPr spc="-308" sz="30800"/>
            </a:lvl3pPr>
            <a:lvl4pPr algn="ctr" defTabSz="3047923">
              <a:lnSpc>
                <a:spcPct val="80000"/>
              </a:lnSpc>
              <a:defRPr spc="-308" sz="30800"/>
            </a:lvl4pPr>
            <a:lvl5pPr algn="ctr" defTabSz="3047923">
              <a:lnSpc>
                <a:spcPct val="80000"/>
              </a:lnSpc>
              <a:defRPr spc="-308" sz="308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1092200" y="74168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803671" indent="-602753" defTabSz="3047923">
              <a:lnSpc>
                <a:spcPct val="90000"/>
              </a:lnSpc>
              <a:defRPr b="0" spc="-208" sz="10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803671" indent="-145553" defTabSz="3047923">
              <a:lnSpc>
                <a:spcPct val="90000"/>
              </a:lnSpc>
              <a:defRPr b="0" spc="-208" sz="10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803671" indent="311646" defTabSz="3047923">
              <a:lnSpc>
                <a:spcPct val="90000"/>
              </a:lnSpc>
              <a:defRPr b="0" spc="-208" sz="10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803671" indent="768846" defTabSz="3047923">
              <a:lnSpc>
                <a:spcPct val="90000"/>
              </a:lnSpc>
              <a:defRPr b="0" spc="-208" sz="10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803671" indent="1226046" defTabSz="3047923">
              <a:lnSpc>
                <a:spcPct val="90000"/>
              </a:lnSpc>
              <a:defRPr b="0" spc="-208" sz="10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1574800" y="10121900"/>
            <a:ext cx="11049000" cy="461059"/>
          </a:xfrm>
          <a:prstGeom prst="rect">
            <a:avLst/>
          </a:prstGeom>
        </p:spPr>
        <p:txBody>
          <a:bodyPr/>
          <a:lstStyle>
            <a:lvl1pPr defTabSz="557212">
              <a:defRPr sz="2268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pappardelle pasta with parsley butter, roasted hazelnuts and shaved parmesan cheese"/>
          <p:cNvSpPr/>
          <p:nvPr>
            <p:ph type="pic" sz="half" idx="21"/>
          </p:nvPr>
        </p:nvSpPr>
        <p:spPr>
          <a:xfrm>
            <a:off x="-1727200" y="43832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of salad with fried rice, boiled eggs and chopsticks"/>
          <p:cNvSpPr/>
          <p:nvPr>
            <p:ph type="pic" sz="quarter" idx="22"/>
          </p:nvPr>
        </p:nvSpPr>
        <p:spPr>
          <a:xfrm>
            <a:off x="6953250" y="39878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with salmon cakes, salad and houmous"/>
          <p:cNvSpPr/>
          <p:nvPr>
            <p:ph type="pic" sz="half" idx="23"/>
          </p:nvPr>
        </p:nvSpPr>
        <p:spPr>
          <a:xfrm>
            <a:off x="5340350" y="64451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660400" y="26416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6656239" y="12804088"/>
            <a:ext cx="396749" cy="3992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/>
          <p:cNvSpPr txBox="1"/>
          <p:nvPr>
            <p:ph type="title" hasCustomPrompt="1"/>
          </p:nvPr>
        </p:nvSpPr>
        <p:spPr>
          <a:xfrm>
            <a:off x="1054100" y="5549900"/>
            <a:ext cx="11609057" cy="330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Presentation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054100" y="8801100"/>
            <a:ext cx="11607800" cy="145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659626" y="12804088"/>
            <a:ext cx="396749" cy="3992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1026914">
              <a:lnSpc>
                <a:spcPct val="100000"/>
              </a:lnSpc>
              <a:spcBef>
                <a:spcPts val="0"/>
              </a:spcBef>
              <a:defRPr sz="20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3047923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88" strike="noStrike" sz="14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0318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1026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slide-01.svg.png" descr="slide-01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7145000" cy="1714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slide-02.svg.png" descr="slide-02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7145000" cy="1714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slide-03.svg.png" descr="slide-03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7145000" cy="1714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slide-04.svg.png" descr="slide-04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7145000" cy="1714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slide-05.svg.png" descr="slide-05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7145000" cy="1714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slide-06.svg.png" descr="slide-06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7145000" cy="1714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lide-07.svg.png" descr="slide-07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7145000" cy="1714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026914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047923" rtl="0" fontAlgn="auto" latinLnBrk="0" hangingPunct="0">
          <a:lnSpc>
            <a:spcPct val="90000"/>
          </a:lnSpc>
          <a:spcBef>
            <a:spcPts val="56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026914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047923" rtl="0" fontAlgn="auto" latinLnBrk="0" hangingPunct="0">
          <a:lnSpc>
            <a:spcPct val="90000"/>
          </a:lnSpc>
          <a:spcBef>
            <a:spcPts val="56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